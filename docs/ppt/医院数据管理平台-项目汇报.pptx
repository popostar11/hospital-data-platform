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502920"/>
            <a:ext cx="4233672" cy="2377440"/>
          </a:xfrm>
          <a:prstGeom prst="rect">
            <a:avLst/>
          </a:prstGeom>
        </p:spPr>
      </p:pic>
      <p:pic>
        <p:nvPicPr>
          <p:cNvPr id="5" name="Picture 4" descr="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3127248"/>
            <a:ext cx="4233672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93268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项目汇报 / PROJECT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69494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医院数据管理平台</a:t>
            </a:r>
          </a:p>
          <a:p>
            <a:pPr algn="l"/>
            <a:r>
              <a:rPr sz="400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27248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一块大屏看全局，一个后台管细节。</a:t>
            </a:r>
          </a:p>
          <a:p>
            <a:pPr algn="l"/>
            <a:r>
              <a:rPr sz="13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把「急救快不快」从翻表格，变成抬头看屏幕。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24528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531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大屏终端 + 管理后台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4224528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44531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Vue3 + NestJS +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4224528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44531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三种可运行形态 + 71 项验收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30368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汇报要点：形态 · 技术栈 · 交付内容 · 方案选择 · 开箱即跑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 · 封面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结论先行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五件事，先看结论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这套系统已经开发完成、通过验收并发布公网，院内双击即用；下面五页各说一件事。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形态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三种打开方式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大屏常驻看全局、后台管录入、公网发链接即可演示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0441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9041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9897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9897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前端照搬主流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9897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Vue3 + Element Plus + ECharts；后端按单机场景精简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3954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62554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3410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交付内容 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3410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源码 + 文档 + 可运行系统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3410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公开仓库、部署手册、4 套自动化验收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7468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6068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6924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方案选择 RATIONALE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6924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按场景匹配，不做堆料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6924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省掉 4 个需运维的组件，换来双击即用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0981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29581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437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开箱即跑 ZERO-SETUP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437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零配置，30 秒可用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437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自动装依赖建库、崩了自愈、开机自启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8463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一句话：</a:t>
            </a:r>
            <a:r>
              <a:rPr sz="13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在没有专职运维、没有独立机房的前提下，用最小的组件数交付了一套</a:t>
            </a:r>
            <a:r>
              <a:rPr sz="13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完整可用、可公开演示、可长期免维护运行</a:t>
            </a:r>
            <a:r>
              <a:rPr sz="13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的系统。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形态 /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三种形态，对应三种使用场景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同一套系统，按「谁在用、在哪用」提供三种打开方式，数据和口径完全一致。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3527450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47088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场景一 · 常驻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9696"/>
            <a:ext cx="301538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大屏终端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3015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 / 医务科 / 指挥中心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80944"/>
            <a:ext cx="301538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只读展示，7×24 常驻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五个区域：总量、趋势、24 小时清单、未闭环提醒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超一屏自动无缝滚动，姓名已脱敏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81728"/>
            <a:ext cx="3015386" cy="566928"/>
          </a:xfrm>
          <a:prstGeom prst="roundRect">
            <a:avLst>
              <a:gd name="adj" fmla="val 10000"/>
            </a:avLst>
          </a:prstGeom>
          <a:solidFill>
            <a:srgbClr val="04122B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809744"/>
            <a:ext cx="275935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打开 http://127.0.0.1:3000/screen/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2122" y="1627632"/>
            <a:ext cx="3527450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2122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8154" y="1847088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场景二 · 日常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8154" y="2139696"/>
            <a:ext cx="301538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管理后台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8154" y="2596896"/>
            <a:ext cx="3015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医生 / 护士 / 管理员 / 质控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2980944"/>
            <a:ext cx="301538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13 个页面：病例、患者、字典、组织、报表、审计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7 种角色，越权由系统强制拦截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报表一键导出 Excel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8154" y="4681728"/>
            <a:ext cx="3015386" cy="566928"/>
          </a:xfrm>
          <a:prstGeom prst="roundRect">
            <a:avLst>
              <a:gd name="adj" fmla="val 10000"/>
            </a:avLst>
          </a:prstGeom>
          <a:solidFill>
            <a:srgbClr val="04122B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6170" y="4809744"/>
            <a:ext cx="275935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打开 http://127.0.0.1:3000/admin/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1627632"/>
            <a:ext cx="3527450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7316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1847088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场景三 · 对外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139696"/>
            <a:ext cx="301538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公网演示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596896"/>
            <a:ext cx="3015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同行 / 外出演示 / 领导查看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348" y="2980944"/>
            <a:ext cx="301538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一个链接，任何设备打开即看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数据为导出的静态快照，只读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不需要服务器、账号，也不产生费用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3348" y="4681728"/>
            <a:ext cx="3015386" cy="566928"/>
          </a:xfrm>
          <a:prstGeom prst="roundRect">
            <a:avLst>
              <a:gd name="adj" fmla="val 10000"/>
            </a:avLst>
          </a:prstGeom>
          <a:solidFill>
            <a:srgbClr val="04122B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1364" y="4809744"/>
            <a:ext cx="275935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打开 popostar11.github.io/hospital-data-platform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/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技术栈全景：三层，九件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前端四件照搬主流方案，后端与交付层按院内单机场景选型，每一件都在解决具体问题。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133856" cy="1207008"/>
          </a:xfrm>
          <a:prstGeom prst="roundRect">
            <a:avLst>
              <a:gd name="adj" fmla="val 6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1133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表现层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65376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65376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Vue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页面框架与响应式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9513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9513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4105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105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类型契约，联调不返工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3651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3651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243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Element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8243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中后台组件库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7789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7789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2381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2381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大屏图表与趋势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907791"/>
            <a:ext cx="1133856" cy="1207008"/>
          </a:xfrm>
          <a:prstGeom prst="roundRect">
            <a:avLst>
              <a:gd name="adj" fmla="val 6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355848"/>
            <a:ext cx="1133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65376" y="2907791"/>
            <a:ext cx="4811115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65376" y="2907791"/>
            <a:ext cx="4811115" cy="54864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3127248"/>
            <a:ext cx="44819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NestJS 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3511296"/>
            <a:ext cx="44819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分层架构 + 鉴权/拦截器/异常收口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3651" y="2907791"/>
            <a:ext cx="4811115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13651" y="2907791"/>
            <a:ext cx="4811115" cy="54864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8243" y="3127248"/>
            <a:ext cx="44819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SQLite（Node 内置）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8243" y="3511296"/>
            <a:ext cx="44819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单文件数据库，零安装零运维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242816"/>
            <a:ext cx="1133856" cy="1207008"/>
          </a:xfrm>
          <a:prstGeom prst="roundRect">
            <a:avLst>
              <a:gd name="adj" fmla="val 6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690872"/>
            <a:ext cx="1133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交付层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65376" y="4242816"/>
            <a:ext cx="3161690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65376" y="4242816"/>
            <a:ext cx="3161690" cy="54864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9968" y="4462272"/>
            <a:ext cx="28325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零依赖启动器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29968" y="4846320"/>
            <a:ext cx="283250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自动装依赖、建库、灌数据、开浏览器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64226" y="4242816"/>
            <a:ext cx="3161690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64226" y="4242816"/>
            <a:ext cx="3161690" cy="54864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8818" y="4462272"/>
            <a:ext cx="28325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后台守护进程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8818" y="4846320"/>
            <a:ext cx="283250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无窗口、崩了自愈、开机自启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63076" y="4242816"/>
            <a:ext cx="3161690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63076" y="4242816"/>
            <a:ext cx="3161690" cy="54864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7668" y="4462272"/>
            <a:ext cx="28325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Cloudflare Workers + D1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7668" y="4846320"/>
            <a:ext cx="283250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公网版后端，免费额度足够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632703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C24D"/>
                </a:solidFill>
                <a:latin typeface="微软雅黑"/>
                <a:ea typeface="微软雅黑"/>
                <a:cs typeface="微软雅黑"/>
              </a:rPr>
              <a:t>未采用：</a:t>
            </a: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Prisma · MySQL 8 · Redis · Docker · Nginx —— 不是不会用，是按当前场景没必要，理由见第 6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/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前端：四件各司其职，一件都不能省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前端组件的运行成本由浏览器承担，不需要运维，所以直接采用最成熟的组合。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Vue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页面框架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组合式 API + TypeScript 推导好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中文生态最厚，新人接手快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中后台页面多、人员流动大，团队成本最低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3391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1135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1135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35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类型契约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前后端共享类型定义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接口字段改名时编译期就报错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把「联调返工」提前到开发阶段发现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9855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7599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Element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7599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组件库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7599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表格、分页、表单校验、树、上传全现成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中后台 80% 的页面是增删改查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组件库直接决定交付速度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6319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94063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4063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3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数据可视化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063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柱状/饼/折线/地图全覆盖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canvas 渲染，数据量大也流畅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适配「数据变了就重画」的实时场景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/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后端与数据层：为什么减掉这 4 个组件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每一个被省掉的组件，都是一个需要部署、监控、备份、排障的独立进程。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06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880360"/>
                <a:gridCol w="6028639"/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主流组件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省掉的理由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 ORM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Node 内置 node:sqlite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 需要下载与平台绑定的查询引擎二进制，安装被包管理器直接阻断；改用 Node 内置能力后零原生依赖、零构建步骤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单文件库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数据量是 5000 级病例、3 万级时间节点，单文件库完全够用；拷走一个文件就是完整备份，不需要独立运维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Redis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进程内缓存 + 内存事件总线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单实例部署，Redis 的四类用途（缓存 / 会话 / 分布式锁 / 跨实例广播）都不成立，反而多出缓存一致性问题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+ Nginx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零依赖启动器 + Nest 直接托管静态资源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交付场景是院内电脑，要求先装 Docker 反而抬高门槛；后端直接托管两个前端，顺带省掉跨域配置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交付内容 /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交付了什么：源码、文档、三种可运行形态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拿到之后不需要二次开发即可运行；所有内容已归档到公开仓库，可随时查阅与交接。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5120640"/>
                <a:gridCol w="424555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交付项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 / 说明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可运行系统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本地完整版（大屏 + 后台 + 全部功能）② 公网演示版 ③ 静态大屏演示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双击启动即可；公网版已发布可访问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源代码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 2 个 + 后端 1 个 + 公网版 1 个 + 共享类型包 1 个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 GitHub 仓库，含完整提交历史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总体方案、部署手册（本地 / 云）、3 份架构决策记录、使用说明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docs/ 目录，含故障排查与配额说明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自动化验收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套共 71 项：接口 37 · 大屏 7 · 后台 18 · 公网版 33（另有 8 项批处理检查）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一条命令跑完，改坏了立刻知道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演示数据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5089 条病例、30689 个时间节点，覆盖 12 个月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全部为合成数据，机构名与姓名已脱敏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开箱即跑 / ZERO-SETUP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打开就能跑：使用者只需要会「双击」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从一台什么都没装的电脑，到浏览器里看到大屏，中间不需要任何人做配置。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双击启动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运行 启动.bat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自动识别 Node 环境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自动生成包管理器转发脚本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0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5647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5A8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9967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5999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711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自动补齐环境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7711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缺依赖就安装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缺构建产物就构建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全程无需人工介入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7711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7711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约 20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8687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5A8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9039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自动准备数据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751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建表 → 灌入演示数据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数据过期会按当天自动重算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保证大屏不出现空表格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0751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0751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约 1 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1727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5A8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6047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22079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3791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自动打开浏览器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3791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启动服务并给出访问入口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后台 / 大屏 / 导航页三个地址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端口被占用时直接复用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3791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3791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约 2 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084064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266944"/>
            <a:ext cx="10472623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实测：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在完全干净的机器上（无依赖、无数据库、无构建产物），从双击到浏览器打开大屏，</a:t>
            </a:r>
            <a:r>
              <a:rPr sz="12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30 秒内完成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；连包管理器都不需要预先安装。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开箱即跑 / ZERO-SETUP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打开就能跑：出了问题也不会「打不开」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这一节来自一次真实故障——服务跑在前台窗口里，有人想复制窗口里的文字按了 Ctrl+C，把服务关掉了。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没有窗口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服务在后台运行，不占用控制台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Ctrl+C、误关窗口都影响不到它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从根上消除这类事故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9967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7711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崩了自动拉起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711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进程退出后 3 秒内自动重启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同时保证只有一个实例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不会出现端口冲突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0751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开机自动运行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登录 Windows 后自动启动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大屏终端断电恢复即可用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不需要专人去点一下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6047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6047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3791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数据自动保鲜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3791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演示数据锚定生成日期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隔几天再开，24 小时表格会空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启动时自动按当天重算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626864"/>
            <a:ext cx="11057839" cy="1115568"/>
          </a:xfrm>
          <a:prstGeom prst="roundRect">
            <a:avLst>
              <a:gd name="adj" fmla="val 10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773168"/>
            <a:ext cx="1047262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怎么验证的：</a:t>
            </a:r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直接在运行中强杀服务进程，观察它是否自己回来 —— 实测</a:t>
            </a:r>
            <a:r>
              <a:rPr sz="12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12 秒内自动恢复，接口重新可用</a:t>
            </a:r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同时补了一条保障：</a:t>
            </a:r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启动时检查演示数据是否过期，过期就按当天重算，避免「打开是空的」被误判为系统故障。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方案选择 /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为什么这样选：一条成本规律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技术选型不是「用得越多越专业」，而是看每个组件要谁来维护。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9344"/>
            <a:ext cx="11057839" cy="1188720"/>
          </a:xfrm>
          <a:prstGeom prst="roundRect">
            <a:avLst>
              <a:gd name="adj" fmla="val 8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498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前端组件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边际成本 ≈ 0</a:t>
            </a:r>
          </a:p>
          <a:p>
            <a:pPr algn="l"/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跑在用户浏览器里，不需要有人运维它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810512"/>
            <a:ext cx="498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C24D"/>
                </a:solidFill>
                <a:latin typeface="微软雅黑"/>
                <a:ea typeface="微软雅黑"/>
                <a:cs typeface="微软雅黑"/>
              </a:rPr>
              <a:t>后端组件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FFC24D"/>
                </a:solidFill>
                <a:latin typeface="微软雅黑"/>
                <a:ea typeface="微软雅黑"/>
                <a:cs typeface="微软雅黑"/>
              </a:rPr>
              <a:t>边际成本 = 一个进程</a:t>
            </a:r>
          </a:p>
          <a:p>
            <a:pPr algn="l"/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每个都要部署、监控、备份、升级、排障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80944"/>
            <a:ext cx="5437479" cy="26060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980944"/>
            <a:ext cx="5437479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1868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所以前端照搬主流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675887"/>
            <a:ext cx="48888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成熟组合经过大量项目验证，没必要自创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成本由浏览器承担，功能越全越好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生态厚、招人容易、接手快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结论：Vue3 + TS + Element Plus + ECharts 直接采用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980944"/>
            <a:ext cx="5437479" cy="26060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2980944"/>
            <a:ext cx="5437479" cy="68580"/>
          </a:xfrm>
          <a:prstGeom prst="roundRect">
            <a:avLst>
              <a:gd name="adj" fmla="val 50000"/>
            </a:avLst>
          </a:prstGeom>
          <a:solidFill>
            <a:srgbClr val="FFC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321868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所以后端按需精简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675887"/>
            <a:ext cx="48888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每多一个组件，就多一份长期维护责任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院内单机场景下，这些组件的价值不成立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省下来的不是钱，是「以后要人伺候」的风险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结论：只保留 NestJS + 内置 SQLite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方案选择 /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和主流「全套」方案对照：我们用了它的哪个子集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同一张表横向看：前端一字未改，取舍全部发生在后端与交付层。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00400"/>
                <a:gridCol w="2788920"/>
                <a:gridCol w="383407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主流标配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取舍理由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Vue3 + TS + Element Plus + ECharts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完全相同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成本由浏览器承担，没有必要改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框架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NestJS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相同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分层、鉴权、统一响应、异常收口正是需要的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数据访问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Node 内置 SQLite 驱动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避免引擎二进制与平台绑定带来的安装约束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单文件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数据规模在万级，单文件更省事、备份更简单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缓存与实时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Redis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进程内缓存 + 事件总线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单实例部署，Redis 的四类用途都不成立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交付与网关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+ Nginx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零依赖启动器，后端直接托管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交付目标是双击即用，不引入额外前置条件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质量保证 /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怎么保证「改不坏」：71 项自动化验收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这些检查会把大屏上的每个数字、每个页面的每个入口都核对一遍，改代码后跑一次即可。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813175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验收套件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项数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检查什么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接口验收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把大屏上的每个数字钉死成断言：累计人数、12 个月序列、24 小时表格内容、筛选排序、权限拦截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大屏验收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项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用真实浏览器打开：标题、8 列表头、姓名脱敏、无缝滚动，并输出 1920×1080 截图留档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后台验收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 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真实登录后逐页巡检 13 个页面，并验证越权访问会被拦截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公网版验收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 项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除功能外，额外确认「响应里不出现真实机构名」与「不提供患者明文」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批处理编码检查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防止中文写进 .bat 导致命令解析错乱——这是踩过的坑，固化成回归守卫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61441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全部只依赖系统自带的 Node 与 Chrome，不需要安装任何测试框架，因此在任何一台电脑上都能跑起来。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安全合规 /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可以公开演示，因为里面没有敏感信息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公开可见的前提是把数据脱敏做在前面，而不是事后打码。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3527450" cy="32004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883663"/>
            <a:ext cx="438912" cy="438912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0153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数据脱敏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62656"/>
            <a:ext cx="301538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机构名称统一使用占位名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患者姓名以脱敏形式存储与展示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公开仓库全量检索：真实机构名与患者明文 0 命中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2122" y="1627632"/>
            <a:ext cx="3527450" cy="32004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2122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8154" y="1883663"/>
            <a:ext cx="438912" cy="438912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154" y="2487168"/>
            <a:ext cx="30153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权限管控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8154" y="2962656"/>
            <a:ext cx="301538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7 种角色，按岗位授予最小权限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越权访问由系统强制拦截，不依赖人工自觉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明文查看需要单独授权，且每一次都留痕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1627632"/>
            <a:ext cx="3527450" cy="32004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7316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53348" y="1883663"/>
            <a:ext cx="438912" cy="438912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487168"/>
            <a:ext cx="30153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348" y="2962656"/>
            <a:ext cx="301538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关键操作全部写入审计日志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记录操作人、时间、对象与变更内容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登录记录单独留存，便于回溯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47488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230368"/>
            <a:ext cx="1047262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一句话：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仓库里所有机构名称（示例市第二人民医院）、患者姓名（王*涛 等）与统计数值</a:t>
            </a:r>
            <a:r>
              <a:rPr sz="12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均为合成的演示数据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，不代表任何真实机构或真实统计结果。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下一步 /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演进路线：什么时候该升级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现在的精简方案是有前提的；下面这些条件一旦出现，就该按对应动作换栈，不用推倒重来。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13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1735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触发条件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建议动作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多科室 / 多院区并发写入，出现写等待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→ MySQL 8（或 PostgreSQL），数据访问层可整体替换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病例量到百万级，报表查询开始变慢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换关系型数据库 + 物化统计表（现有统计表结构可直接沿用）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 7×24 高可用、要跑多实例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引入 Redis（会话 / 缓存 / 跨实例广播）+ Nginx 负载均衡 + 容器化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需要对第三方开放接口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Nginx 统一入口 + 限流 + 接口密钥管理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有等保 / 审计要求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独立数据库实例 + 备份策略 + 审计日志集中留存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开发人员超过 3 人并行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引入 Prisma 迁移管理 + 容器统一开发环境，避免各自为政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一句话收尾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用最小的组件数，交付一套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打开就能跑、放着也坏不了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的急救绿道数据系统。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490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502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现在就能用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双击「启动.bat」，浏览器自动打开，无需任何配置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7490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39502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随时能演示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公网链接发给任何人即可查看大屏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7490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39502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后续可演进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业务量上来后按第 14 页的触发表换栈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演示账号 admin / Hospital@123　·　大屏 http://127.0.0.1:3000/screen/　·　公网 popostar11.github.io/hospital-data-platform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医院数据管理平台 · 急救绿道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