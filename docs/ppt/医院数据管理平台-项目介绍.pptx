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项目介绍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医院数据管理平台</a:t>
            </a:r>
          </a:p>
          <a:p>
            <a:pPr algn="l"/>
            <a:r>
              <a:rPr sz="44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急救绿道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一块大屏看全局，一个后台管细节。</a:t>
            </a:r>
          </a:p>
          <a:p>
            <a:pPr algn="l"/>
            <a:r>
              <a:rPr sz="17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这份 PPT 用大白话讲清楚：它是什么、怎么做的、怎么用。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全自动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双击启动，之后开机即用、崩了自愈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有验收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71 项自动化检查，改坏了立刻知道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572000"/>
            <a:ext cx="3154680" cy="841248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0" y="4837176"/>
            <a:ext cx="310896" cy="310896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718304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已脱敏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示例机构名与合成数据，可安全公开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今天只讲三个问题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谁在用、解决什么问题、长什么样。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3 ~ 6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3788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3788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684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数据怎么流、系统分几层、为什么这么选。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7 ~ 11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0649" y="1975104"/>
            <a:ext cx="3411626" cy="22860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0649" y="1975104"/>
            <a:ext cx="34116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1545" y="2267712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3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两个入口、怎么打开、怎么验收到位。</a:t>
            </a:r>
          </a:p>
          <a:p>
            <a:pPr algn="l"/>
            <a:r>
              <a:rPr sz="11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第 12 ~ 13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一句话：把「急救快不快」变成看得见的数字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7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过去要翻表格、打电话问；现在抬头看屏幕就知道。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🖥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一块大屏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挂在急诊、医务科或指挥中心。患者从呼救到进入绿道，实时滚动，谁都能看。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3788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684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🗂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一个后台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医生护士录病例、补齐时间节点、维护疾病字典；管理员管账号和权限。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0649" y="1901952"/>
            <a:ext cx="3411626" cy="27432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1545" y="2121408"/>
            <a:ext cx="278983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📈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一套报表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按月、按科室、按病种统计数量与响应时长，还能一键导出成 Excel。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大屏长这样：五个区域，各有分工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4 / 13</a:t>
            </a:r>
          </a:p>
        </p:txBody>
      </p:sp>
      <p:pic>
        <p:nvPicPr>
          <p:cNvPr id="6" name="Picture 5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6720840" cy="378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225224"/>
            <a:ext cx="6720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图 1 · 1920×1080 实机渲染（数据为合成演示数据）</a:t>
            </a:r>
          </a:p>
        </p:txBody>
      </p:sp>
      <p:sp>
        <p:nvSpPr>
          <p:cNvPr id="8" name="Oval 7"/>
          <p:cNvSpPr/>
          <p:nvPr/>
        </p:nvSpPr>
        <p:spPr>
          <a:xfrm>
            <a:off x="6223406" y="1436565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518818" y="2438390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879238" y="2400585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49984" y="3534727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3803904" y="4744478"/>
            <a:ext cx="246888" cy="24688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89888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35823" y="165506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1458468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顶部标题栏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机构名称 + 实时时钟，一眼确认「这屏是活的」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295144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35823" y="256032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2363724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累计患者饼图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绿道总人数，点一下可切到别的病种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200400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35823" y="3465576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3268980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近 12 个月柱状图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看趋势；末月标注「本月至今」，不会显得掉量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05656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35823" y="4370832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4174236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24 小时内患者表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姓名（脱敏）、病种、推送方式、距离、状态；超一屏自动无缝滚动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5010912"/>
            <a:ext cx="408096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35823" y="5276088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5079492"/>
            <a:ext cx="3349447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底部统计条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各病种未闭环数量，提醒还有谁没走完流程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后台管细节：谁都能上手，但谁都不能越权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5 / 13</a:t>
            </a:r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6949440" cy="3909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481827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图 2 · 后台工作台：今日新增、在绿道中、超时提醒、7 日趋势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1" y="1517904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27847" y="178308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4463" y="1636776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病例管理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新建、修改、闭环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07727" y="1517904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81463" y="1783080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38079" y="1636776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患者管理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姓名自动脱敏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1" y="2414015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27847" y="2679191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532887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字典维护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病种与状态可改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7727" y="2414015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81463" y="2679191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8079" y="2532887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组织人员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科室 + 账号 + 角色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1" y="3310128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27847" y="357530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429000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报表统计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月报、KPI、导出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07727" y="3310128"/>
            <a:ext cx="1843887" cy="804672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81463" y="3575304"/>
            <a:ext cx="274320" cy="274320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8079" y="3429000"/>
            <a:ext cx="1185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审计日志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谁改了什么全留底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1" y="4251959"/>
            <a:ext cx="3870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1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七种角色：</a:t>
            </a:r>
            <a:r>
              <a:rPr sz="11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管理员、急诊管理员、医生、护士、质控、院领导、大屏终端。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院领导看不到患者明文，护士进不了审计页</a:t>
            </a:r>
            <a:r>
              <a:rPr sz="11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——这是系统自己拦的，不靠人自觉。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01 · 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用数字感受一下这套系统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6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示例病例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5089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含 12 个月历史，够看出趋势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2302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2302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4910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时间节点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30689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每个病例 6 个环节，用来算时长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7676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7676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0284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自动化验收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71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改代码后自动跑，坏了立刻知道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3050" y="1837943"/>
            <a:ext cx="2526715" cy="21488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050" y="1837943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5658" y="2084831"/>
            <a:ext cx="19414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页面</a:t>
            </a:r>
          </a:p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14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 1 页 + 后台 13 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61104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冷启动（全新电脑、什么都没装）：</a:t>
            </a: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双击一个文件，30 秒内自动装好依赖、建库、灌数据、打开浏览器。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一条数据从产生到上屏，走五步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7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① 产生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120 送来 / 院内接诊
或 HIS 系统推送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257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5305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1609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② 录入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后台填病例
或接口自动创建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634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3682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682" y="2020824"/>
            <a:ext cx="190432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9986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③ 存储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一个 SQLite 数据库文件
时间统一存本地时区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012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2060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32060" y="2020824"/>
            <a:ext cx="190432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8364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④ 聚合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服务端算好饼图 / 柱状图
大屏不用自己算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389" y="2752344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437" y="2020824"/>
            <a:ext cx="1904329" cy="178308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6741" y="2267712"/>
            <a:ext cx="161172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⑤ 展示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 + 后台 + 报表
同时拿到同一份数据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蓝边 = 服务端在做的事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③④两步是关键：算在服务端，屏幕只负责画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302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0046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实时刷新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有新数据就推送信号，大屏 1~3 秒内更新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7676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5420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兜底轮询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推送断了也不会卡死，按周期自己拉一次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3050" y="4215383"/>
            <a:ext cx="2545003" cy="914400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0794" y="4361688"/>
            <a:ext cx="20878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月度归集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柱状图按「年-月」分组，跨年也不会乱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系统分四层，各管各的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8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1051560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使用者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5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👩‍⚕️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医生 / 护士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录入与跟进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241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0426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📋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质控 / 领导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看报表与指标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1740" y="138988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9756" y="153619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📺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大屏终端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只读展示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41448"/>
            <a:ext cx="1051560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7004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244144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83080" y="2441448"/>
            <a:ext cx="4847691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095" y="258775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🖥️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Vue 3 + ECharts，手写 HUD 界面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7075" y="244144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77075" y="2441448"/>
            <a:ext cx="4847691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5091" y="258775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🗂️</a:t>
            </a:r>
          </a:p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后台端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Vue 3 + Element Plus，13 个页面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10128"/>
            <a:ext cx="1051560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3016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308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11095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登录与权限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7 种角色、登录令牌、操作留痕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241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241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0426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业务接口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病例 / 患者 / 字典 / 组织 / 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1740" y="3310128"/>
            <a:ext cx="3183026" cy="93268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1740" y="3310128"/>
            <a:ext cx="3183026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9756" y="3456432"/>
            <a:ext cx="29269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统计与推送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报表聚合、质控指标、实时信号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61688"/>
            <a:ext cx="1051560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590288"/>
            <a:ext cx="1051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3080" y="436168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11095" y="450799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SQLite 数据库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15 张表，单文件，随项目走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7075" y="4361688"/>
            <a:ext cx="4847691" cy="7498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5091" y="4507992"/>
            <a:ext cx="45916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D1 云数据库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公网版用同一套表结构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蓝边 = 核心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前端、后端这两层是项目主体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3788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73244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无蓝边 = 配套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使用者与数据层，改动少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0649" y="5285231"/>
            <a:ext cx="3448202" cy="658368"/>
          </a:xfrm>
          <a:prstGeom prst="roundRect">
            <a:avLst>
              <a:gd name="adj" fmla="val 6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0105" y="5394959"/>
            <a:ext cx="30092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上下依赖单向</a:t>
            </a:r>
          </a:p>
          <a:p>
            <a:pPr algn="l"/>
            <a:r>
              <a:rPr sz="95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每层只调用下一层，不反向依赖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「随时能打开」是怎么做到的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5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起因是一个真实的坑：服务跑在前台窗口里，</a:t>
            </a:r>
            <a:r>
              <a:rPr sz="1400" b="1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按 Ctrl+C 想复制文字，结果把服务关了</a:t>
            </a:r>
            <a:r>
              <a:rPr sz="14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2104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双击启动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自动装依赖、建库、灌数据、打开浏览器，缺哪步补哪步。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302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2302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7478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6622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交给守护进程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服务在后台跑，没有窗口，Ctrl+C 和误关窗口都影响不到它。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7676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7676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2852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1996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崩了自动拉起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进程一退出 3 秒内自动重启。实测强杀后 12 秒恢复正常。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3050" y="2048256"/>
            <a:ext cx="2526715" cy="21945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3050" y="2048256"/>
            <a:ext cx="2526715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8226" y="2148840"/>
            <a:ext cx="384048" cy="384048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7370" y="2752344"/>
            <a:ext cx="19780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开机自己起来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装一次自启，之后重启电脑也不用管，大屏终端断电恢复即可用。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8970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另外：演示数据会随日期自动「保鲜」，隔几天再打开，大屏</a:t>
            </a:r>
            <a:r>
              <a:rPr sz="135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不会出现空白表格</a:t>
            </a:r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两个入口，按需要选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9344"/>
            <a:ext cx="5346039" cy="370332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9344"/>
            <a:ext cx="5346039" cy="50292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4687671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本地完整版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功能齐全，装在电脑上跑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http://127.0.0.1:3000/admin/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登录、增删改、报表导出全都能用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数据存在本机，不外传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双击「启动.bat」即可，无需装环境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适合：院内日常使用、演示汇报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09344"/>
            <a:ext cx="5346039" cy="370332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609344"/>
            <a:ext cx="5346039" cy="50292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7911" y="1883664"/>
            <a:ext cx="4687671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公网演示版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发个链接就能看，装了就能用</a:t>
            </a:r>
          </a:p>
          <a:p>
            <a:pPr algn="l">
              <a:spcAft>
                <a:spcPts val="1200"/>
              </a:spcAft>
            </a:pPr>
            <a:r>
              <a:rPr sz="1100" b="0" i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popostar11.github.io/hospital-data-platform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任何人、任何设备打开即看大屏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数据是导出的静态快照，只读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不需要服务器、不需要账号、不花钱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适合：分享给同行、外出演示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02 · 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几个关键选择，以及为什么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11 /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55064"/>
          <a:ext cx="11057839" cy="443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  <a:gridCol w="5662879"/>
              </a:tblGrid>
              <a:tr h="68982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决定了什么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为什么这么定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单文件数据库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不用装 MySQL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院内一台电脑就能跑，拷走一个文件就是完整备份；数据量到几十万条都够用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大屏与后台分成两个前端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互不影响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大屏要 7×24 常驻、不能被后台改崩；分开后各自升级，大屏可以只读锁定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计算放在服务端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屏幕只管画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换屏幕、加屏幕不用改逻辑，弱配置的终端也能流畅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公网版重写一层后端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能上 Cloudflare 免费额度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云函数跑不了本地数据库和 NestJS；重写的是「壳」，接口与算法口径和本地版保持一致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机构名与数据全部脱敏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可以安全公开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示例机构名 + 合成数据，真实素材不进仓库；公开仓库里搜不到任何真实名称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03 ·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改完代码，用 71 项检查确认没坏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急救绿道 · 12 /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55064"/>
          <a:ext cx="11057839" cy="3789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7583119"/>
              </a:tblGrid>
              <a:tr h="58887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验收套件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项数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L="100584" marR="100584" marT="41148" marB="41148" anchor="ctr">
                    <a:solidFill>
                      <a:srgbClr val="0C2C5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把大屏上的每个数字都钉死成断言：累计人数、12 个月序列、24 小时表格内容、筛选排序、权限拦截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大屏验收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项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真浏览器打开：标题、8 列表头、姓名脱敏、无缝滚动，并输出 1920×1080 截图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后台验收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真实登录后逐页巡检 13 个页面，并验证越权会被拦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公网版验收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 项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额外确认「响应里不出现真实机构名」和「不提供患者明文」</a:t>
                      </a:r>
                    </a:p>
                  </a:txBody>
                  <a:tcPr marL="100584" marR="100584" marT="41148" marB="41148" anchor="ctr">
                    <a:solidFill>
                      <a:srgbClr val="082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批处理编码检查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项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防止中文写进 .bat 导致命令解析错乱——这是踩过的坑，做成回归守卫</a:t>
                      </a:r>
                    </a:p>
                  </a:txBody>
                  <a:tcPr marL="100584" marR="100584" marT="41148" marB="41148" anchor="ctr">
                    <a:solidFill>
                      <a:srgbClr val="061A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5906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全部只依赖系统自带的 Node 和 Chrome，</a:t>
            </a:r>
            <a:r>
              <a:rPr sz="1350" b="1" i="0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不需要装 Playwright 之类的测试框架</a:t>
            </a:r>
            <a:r>
              <a:rPr sz="1350" b="0" i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现在就能用</a:t>
            </a:r>
          </a:p>
          <a:p>
            <a:pPr algn="ctr"/>
            <a:r>
              <a:rPr sz="1600" b="0" i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三步：双击启动 → 浏览器打开 → 用 admin / Hospital@123 登录。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双击项目根目录的「启动.bat」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9087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7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后台 /admin/ ｜ 大屏 /screen/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004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2752" y="3566160"/>
            <a:ext cx="329184" cy="329184"/>
          </a:xfrm>
          <a:prstGeom prst="ellipse">
            <a:avLst/>
          </a:prstGeom>
          <a:solidFill>
            <a:srgbClr val="7FE3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3401568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双击「停止.bat」；取消自启用「取消开机自启.bat」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公网大屏：popostar11.github.io/hospital-data-platform</a:t>
            </a:r>
          </a:p>
          <a:p>
            <a:pPr algn="ctr"/>
            <a:r>
              <a:rPr sz="1150" b="0" i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全部数据为合成的示例数据，不代表任何真实机构或真实统计结果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